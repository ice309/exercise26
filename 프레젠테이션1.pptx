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4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3A558E-8151-4CF4-A94C-14567DDE7138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9E1053-5D64-41D3-9E85-444C435BA1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988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a, b  = input("</a:t>
            </a:r>
            <a:r>
              <a:rPr lang="ko-KR" altLang="en-US"/>
              <a:t>수를 입력하세요</a:t>
            </a:r>
            <a:r>
              <a:rPr lang="en-US" altLang="ko-KR"/>
              <a:t>: ").split()</a:t>
            </a:r>
          </a:p>
          <a:p>
            <a:r>
              <a:rPr lang="en-US" altLang="ko-KR"/>
              <a:t>a = int(a)</a:t>
            </a:r>
          </a:p>
          <a:p>
            <a:r>
              <a:rPr lang="en-US" altLang="ko-KR"/>
              <a:t>b = int(b)</a:t>
            </a:r>
          </a:p>
          <a:p>
            <a:endParaRPr lang="en-US" altLang="ko-KR"/>
          </a:p>
          <a:p>
            <a:r>
              <a:rPr lang="en-US" altLang="ko-KR"/>
              <a:t># </a:t>
            </a:r>
            <a:r>
              <a:rPr lang="ko-KR" altLang="en-US"/>
              <a:t>사칙연산 결과 출력</a:t>
            </a:r>
          </a:p>
          <a:p>
            <a:r>
              <a:rPr lang="en-US" altLang="ko-KR"/>
              <a:t>print("{} + {} = {}".format(a, b, a + b))</a:t>
            </a:r>
          </a:p>
          <a:p>
            <a:r>
              <a:rPr lang="en-US" altLang="ko-KR"/>
              <a:t>print(f'{a} + {b} = { a + b }’)</a:t>
            </a:r>
          </a:p>
          <a:p>
            <a:endParaRPr lang="en-US" altLang="ko-KR"/>
          </a:p>
          <a:p>
            <a:r>
              <a:rPr lang="en-US" altLang="ko-KR"/>
              <a:t>=========================================</a:t>
            </a:r>
          </a:p>
          <a:p>
            <a:r>
              <a:rPr lang="en-US" altLang="ko-KR"/>
              <a:t>a, b = map(int, input("</a:t>
            </a:r>
            <a:r>
              <a:rPr lang="ko-KR" altLang="en-US"/>
              <a:t>수를 입력하세요</a:t>
            </a:r>
            <a:r>
              <a:rPr lang="en-US" altLang="ko-KR"/>
              <a:t>: ").split())</a:t>
            </a:r>
          </a:p>
          <a:p>
            <a:r>
              <a:rPr lang="en-US" altLang="ko-KR"/>
              <a:t>print(f"{a} + {b} = {a + b}")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053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5BD8B-D3BC-4151-998C-DFC22E84EB94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341F-E69D-4123-85BE-67BFC8DF8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3390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5BD8B-D3BC-4151-998C-DFC22E84EB94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341F-E69D-4123-85BE-67BFC8DF8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010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5BD8B-D3BC-4151-998C-DFC22E84EB94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341F-E69D-4123-85BE-67BFC8DF8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7395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5BD8B-D3BC-4151-998C-DFC22E84EB94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341F-E69D-4123-85BE-67BFC8DF8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156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5BD8B-D3BC-4151-998C-DFC22E84EB94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341F-E69D-4123-85BE-67BFC8DF8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469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5BD8B-D3BC-4151-998C-DFC22E84EB94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341F-E69D-4123-85BE-67BFC8DF8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041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5BD8B-D3BC-4151-998C-DFC22E84EB94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341F-E69D-4123-85BE-67BFC8DF8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5615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5BD8B-D3BC-4151-998C-DFC22E84EB94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341F-E69D-4123-85BE-67BFC8DF8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8444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5BD8B-D3BC-4151-998C-DFC22E84EB94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341F-E69D-4123-85BE-67BFC8DF8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5110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5BD8B-D3BC-4151-998C-DFC22E84EB94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341F-E69D-4123-85BE-67BFC8DF8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225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5BD8B-D3BC-4151-998C-DFC22E84EB94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341F-E69D-4123-85BE-67BFC8DF8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636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/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174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55BD8B-D3BC-4151-998C-DFC22E84EB94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8D341F-E69D-4123-85BE-67BFC8DF80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93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323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9765D6-6DA4-4193-B900-02295986E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559" y="444507"/>
            <a:ext cx="11524432" cy="952851"/>
          </a:xfrm>
        </p:spPr>
        <p:txBody>
          <a:bodyPr>
            <a:normAutofit/>
          </a:bodyPr>
          <a:lstStyle/>
          <a:p>
            <a:r>
              <a:rPr lang="ko-KR" altLang="en-US" b="1" dirty="0" smtClean="0">
                <a:latin typeface="+mn-ea"/>
                <a:ea typeface="+mn-ea"/>
              </a:rPr>
              <a:t>연습문제</a:t>
            </a:r>
            <a:r>
              <a:rPr lang="en-US" altLang="ko-KR" b="1" dirty="0" smtClean="0">
                <a:latin typeface="+mn-ea"/>
                <a:ea typeface="+mn-ea"/>
              </a:rPr>
              <a:t>: </a:t>
            </a:r>
            <a:r>
              <a:rPr lang="ko-KR" altLang="en-US" b="1" dirty="0">
                <a:latin typeface="+mn-ea"/>
                <a:ea typeface="+mn-ea"/>
              </a:rPr>
              <a:t>입</a:t>
            </a:r>
            <a:r>
              <a:rPr lang="en-US" altLang="ko-KR" b="1" dirty="0">
                <a:latin typeface="+mn-ea"/>
                <a:ea typeface="+mn-ea"/>
              </a:rPr>
              <a:t>/</a:t>
            </a:r>
            <a:r>
              <a:rPr lang="ko-KR" altLang="en-US" b="1" dirty="0" err="1">
                <a:latin typeface="+mn-ea"/>
                <a:ea typeface="+mn-ea"/>
              </a:rPr>
              <a:t>출력문</a:t>
            </a:r>
            <a:endParaRPr lang="ko-KR" altLang="en-US" b="1" dirty="0">
              <a:latin typeface="+mn-ea"/>
              <a:ea typeface="+mn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EAE24B-7DBB-4491-8C0C-233EBC1FC4B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62559" y="1605763"/>
            <a:ext cx="10887301" cy="3217697"/>
          </a:xfrm>
        </p:spPr>
        <p:txBody>
          <a:bodyPr/>
          <a:lstStyle/>
          <a:p>
            <a:r>
              <a:rPr lang="ko-KR" altLang="en-US" dirty="0"/>
              <a:t>사용자에게서 정수 두 개를  입력 받음</a:t>
            </a:r>
            <a:endParaRPr lang="en-US" altLang="ko-KR" dirty="0"/>
          </a:p>
          <a:p>
            <a:r>
              <a:rPr lang="ko-KR" altLang="en-US" dirty="0"/>
              <a:t>다음과 같이 출력 </a:t>
            </a:r>
            <a:endParaRPr lang="en-US" altLang="ko-KR" dirty="0"/>
          </a:p>
          <a:p>
            <a:pPr marL="457046" lvl="1" indent="0">
              <a:buNone/>
            </a:pPr>
            <a:r>
              <a:rPr lang="en-US" altLang="ko-KR" dirty="0">
                <a:latin typeface="Consolas" panose="020B0609020204030204" pitchFamily="49" charset="0"/>
                <a:ea typeface="+mn-ea"/>
              </a:rPr>
              <a:t>1</a:t>
            </a:r>
            <a:r>
              <a:rPr lang="ko-KR" altLang="en-US" dirty="0">
                <a:latin typeface="Consolas" panose="020B0609020204030204" pitchFamily="49" charset="0"/>
                <a:ea typeface="+mn-ea"/>
              </a:rPr>
              <a:t>  </a:t>
            </a:r>
            <a:r>
              <a:rPr lang="en-US" altLang="ko-KR" dirty="0">
                <a:latin typeface="Consolas" panose="020B0609020204030204" pitchFamily="49" charset="0"/>
                <a:ea typeface="+mn-ea"/>
              </a:rPr>
              <a:t>+</a:t>
            </a:r>
            <a:r>
              <a:rPr lang="ko-KR" altLang="en-US" dirty="0">
                <a:latin typeface="Consolas" panose="020B0609020204030204" pitchFamily="49" charset="0"/>
                <a:ea typeface="+mn-ea"/>
              </a:rPr>
              <a:t>  </a:t>
            </a:r>
            <a:r>
              <a:rPr lang="en-US" altLang="ko-KR" dirty="0">
                <a:latin typeface="Consolas" panose="020B0609020204030204" pitchFamily="49" charset="0"/>
                <a:ea typeface="+mn-ea"/>
              </a:rPr>
              <a:t>2</a:t>
            </a:r>
            <a:r>
              <a:rPr lang="ko-KR" altLang="en-US" dirty="0">
                <a:latin typeface="Consolas" panose="020B0609020204030204" pitchFamily="49" charset="0"/>
                <a:ea typeface="+mn-ea"/>
              </a:rPr>
              <a:t> </a:t>
            </a:r>
            <a:r>
              <a:rPr lang="en-US" altLang="ko-KR" dirty="0">
                <a:latin typeface="Consolas" panose="020B0609020204030204" pitchFamily="49" charset="0"/>
                <a:ea typeface="+mn-ea"/>
              </a:rPr>
              <a:t>=</a:t>
            </a:r>
            <a:r>
              <a:rPr lang="ko-KR" altLang="en-US" dirty="0">
                <a:latin typeface="Consolas" panose="020B0609020204030204" pitchFamily="49" charset="0"/>
                <a:ea typeface="+mn-ea"/>
              </a:rPr>
              <a:t> </a:t>
            </a:r>
            <a:r>
              <a:rPr lang="en-US" altLang="ko-KR" dirty="0">
                <a:latin typeface="Consolas" panose="020B0609020204030204" pitchFamily="49" charset="0"/>
                <a:ea typeface="+mn-ea"/>
              </a:rPr>
              <a:t>3</a:t>
            </a:r>
          </a:p>
          <a:p>
            <a:pPr marL="457046" lvl="1" indent="0">
              <a:buNone/>
            </a:pPr>
            <a:r>
              <a:rPr lang="en-US" altLang="ko-KR" dirty="0">
                <a:latin typeface="Consolas" panose="020B0609020204030204" pitchFamily="49" charset="0"/>
                <a:ea typeface="+mn-ea"/>
              </a:rPr>
              <a:t>1  –  2 = -1</a:t>
            </a:r>
          </a:p>
          <a:p>
            <a:pPr marL="457046" lvl="1" indent="0">
              <a:buNone/>
            </a:pPr>
            <a:r>
              <a:rPr lang="en-US" altLang="ko-KR" dirty="0">
                <a:latin typeface="Consolas" panose="020B0609020204030204" pitchFamily="49" charset="0"/>
                <a:ea typeface="+mn-ea"/>
              </a:rPr>
              <a:t>1  x  2 = 2</a:t>
            </a:r>
          </a:p>
          <a:p>
            <a:pPr marL="457046" lvl="1" indent="0">
              <a:buNone/>
            </a:pPr>
            <a:r>
              <a:rPr lang="en-US" altLang="ko-KR" dirty="0">
                <a:latin typeface="Consolas" panose="020B0609020204030204" pitchFamily="49" charset="0"/>
                <a:ea typeface="+mn-ea"/>
              </a:rPr>
              <a:t>1  /  2 = 0.5</a:t>
            </a:r>
          </a:p>
          <a:p>
            <a:pPr marL="57131" indent="0">
              <a:buNone/>
            </a:pPr>
            <a:endParaRPr lang="en-US" altLang="ko-KR" sz="24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33481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</Words>
  <Application>Microsoft Office PowerPoint</Application>
  <PresentationFormat>와이드스크린</PresentationFormat>
  <Paragraphs>18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Consolas</vt:lpstr>
      <vt:lpstr>Office 테마</vt:lpstr>
      <vt:lpstr>PowerPoint 프레젠테이션</vt:lpstr>
      <vt:lpstr>연습문제: 입/출력문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</cp:revision>
  <dcterms:created xsi:type="dcterms:W3CDTF">2026-09-09T04:33:21Z</dcterms:created>
  <dcterms:modified xsi:type="dcterms:W3CDTF">2026-09-09T04:33:35Z</dcterms:modified>
</cp:coreProperties>
</file>